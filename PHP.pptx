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бъект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Объект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Объект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Объект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Объект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44008" y="5949280"/>
            <a:ext cx="4208512" cy="697632"/>
          </a:xfrm>
        </p:spPr>
        <p:txBody>
          <a:bodyPr>
            <a:normAutofit/>
          </a:bodyPr>
          <a:lstStyle/>
          <a:p>
            <a:r>
              <a:rPr lang="ru-RU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Аблин</a:t>
            </a:r>
            <a:r>
              <a:rPr lang="ru-R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Александр ПрИ-302</a:t>
            </a:r>
            <a:endParaRPr lang="ru-R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Файловый менеджер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05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latin typeface="Arial" pitchFamily="34" charset="0"/>
                <a:cs typeface="Arial" pitchFamily="34" charset="0"/>
              </a:rPr>
              <a:t>Почему я выбрал эту тему?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7" y="1660158"/>
            <a:ext cx="7524328" cy="2461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177" y="134076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Java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7726" y="4121783"/>
            <a:ext cx="81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PHP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7" y="4452570"/>
            <a:ext cx="7524328" cy="189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4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latin typeface="Arial" pitchFamily="34" charset="0"/>
                <a:cs typeface="Arial" pitchFamily="34" charset="0"/>
              </a:rPr>
              <a:t>Первые проблемы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49" y="4653136"/>
            <a:ext cx="7173326" cy="9907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44" y="1700808"/>
            <a:ext cx="2343477" cy="82879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1" y="2852936"/>
            <a:ext cx="7106642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9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>
                <a:latin typeface="Arial" pitchFamily="34" charset="0"/>
                <a:cs typeface="Arial" pitchFamily="34" charset="0"/>
              </a:rPr>
              <a:t>Laravel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Fortify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348880"/>
            <a:ext cx="3962953" cy="3629532"/>
          </a:xfrm>
        </p:spPr>
      </p:pic>
      <p:sp>
        <p:nvSpPr>
          <p:cNvPr id="5" name="TextBox 4"/>
          <p:cNvSpPr txBox="1"/>
          <p:nvPr/>
        </p:nvSpPr>
        <p:spPr>
          <a:xfrm>
            <a:off x="511827" y="1578255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docker</a:t>
            </a:r>
            <a:r>
              <a:rPr lang="en-US" dirty="0"/>
              <a:t> exec -it file-manager-app </a:t>
            </a:r>
            <a:r>
              <a:rPr lang="en-US" dirty="0" err="1"/>
              <a:t>php</a:t>
            </a:r>
            <a:r>
              <a:rPr lang="en-US" dirty="0"/>
              <a:t> artisan </a:t>
            </a:r>
            <a:r>
              <a:rPr lang="en-US" dirty="0" err="1"/>
              <a:t>fortify:install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753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6609878" cy="4364376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err="1" smtClean="0">
                <a:latin typeface="Arial" pitchFamily="34" charset="0"/>
                <a:cs typeface="Arial" pitchFamily="34" charset="0"/>
              </a:rPr>
              <a:t>Роуты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8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Миграции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6" y="2060848"/>
            <a:ext cx="4477375" cy="4001058"/>
          </a:xfrm>
        </p:spPr>
      </p:pic>
      <p:sp>
        <p:nvSpPr>
          <p:cNvPr id="6" name="TextBox 5"/>
          <p:cNvSpPr txBox="1"/>
          <p:nvPr/>
        </p:nvSpPr>
        <p:spPr>
          <a:xfrm>
            <a:off x="539552" y="1556792"/>
            <a:ext cx="820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docker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exec -it file-manager-app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php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artisan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make:migration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add_role_to_users_table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1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latin typeface="Arial" pitchFamily="34" charset="0"/>
                <a:cs typeface="Arial" pitchFamily="34" charset="0"/>
              </a:rPr>
              <a:t>Laravel</a:t>
            </a:r>
            <a:r>
              <a:rPr lang="en-US" dirty="0">
                <a:latin typeface="Arial" pitchFamily="34" charset="0"/>
                <a:cs typeface="Arial" pitchFamily="34" charset="0"/>
              </a:rPr>
              <a:t> Tinker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docker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exec -it file-manager-app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php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artisan tinker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//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Посмотреть всех пользователей в базе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App\Models\User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::all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();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//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Создать нового пользователя вручную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 = new App\Models\User();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user-&gt;name = "Admin";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user-&gt;email = "admin@iris.com";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user-&gt;password = Hash::make("secret");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user-&gt;role = "admin";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$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user-&gt;save();</a:t>
            </a:r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37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Arial" pitchFamily="34" charset="0"/>
                <a:cs typeface="Arial" pitchFamily="34" charset="0"/>
              </a:rPr>
              <a:t>Seeders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04864"/>
            <a:ext cx="3455904" cy="3312368"/>
          </a:xfrm>
        </p:spPr>
      </p:pic>
      <p:sp>
        <p:nvSpPr>
          <p:cNvPr id="5" name="TextBox 4"/>
          <p:cNvSpPr txBox="1"/>
          <p:nvPr/>
        </p:nvSpPr>
        <p:spPr>
          <a:xfrm>
            <a:off x="556498" y="1628800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itchFamily="34" charset="0"/>
                <a:cs typeface="Arial" pitchFamily="34" charset="0"/>
              </a:rPr>
              <a:t>docker</a:t>
            </a:r>
            <a:r>
              <a:rPr lang="en-US" dirty="0">
                <a:latin typeface="Arial" pitchFamily="34" charset="0"/>
                <a:cs typeface="Arial" pitchFamily="34" charset="0"/>
              </a:rPr>
              <a:t> exec -it file-manager-app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php</a:t>
            </a:r>
            <a:r>
              <a:rPr lang="en-US" dirty="0">
                <a:latin typeface="Arial" pitchFamily="34" charset="0"/>
                <a:cs typeface="Arial" pitchFamily="34" charset="0"/>
              </a:rPr>
              <a:t> artisan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db:seed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53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628800"/>
            <a:ext cx="3024336" cy="4299588"/>
          </a:xfrm>
        </p:spPr>
      </p:pic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28800"/>
            <a:ext cx="3836719" cy="4309939"/>
          </a:xfrm>
        </p:spPr>
      </p:pic>
    </p:spTree>
    <p:extLst>
      <p:ext uri="{BB962C8B-B14F-4D97-AF65-F5344CB8AC3E}">
        <p14:creationId xmlns:p14="http://schemas.microsoft.com/office/powerpoint/2010/main" val="4161994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>
                <a:latin typeface="Arial" pitchFamily="34" charset="0"/>
                <a:cs typeface="Arial" pitchFamily="34" charset="0"/>
              </a:rPr>
              <a:t>Бизнес-логика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00808"/>
            <a:ext cx="4680520" cy="2130057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05064"/>
            <a:ext cx="4680520" cy="224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85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Arial" pitchFamily="34" charset="0"/>
                <a:cs typeface="Arial" pitchFamily="34" charset="0"/>
              </a:rPr>
              <a:t>Blade + Ant Design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349467"/>
            <a:ext cx="3005262" cy="3456384"/>
          </a:xfrm>
        </p:spPr>
      </p:pic>
      <p:sp>
        <p:nvSpPr>
          <p:cNvPr id="5" name="TextBox 4"/>
          <p:cNvSpPr txBox="1"/>
          <p:nvPr/>
        </p:nvSpPr>
        <p:spPr>
          <a:xfrm>
            <a:off x="551059" y="1484784"/>
            <a:ext cx="8038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//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создание пустого шаблона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touch </a:t>
            </a:r>
            <a:r>
              <a:rPr lang="en-US" dirty="0">
                <a:latin typeface="Arial" pitchFamily="34" charset="0"/>
                <a:cs typeface="Arial" pitchFamily="34" charset="0"/>
              </a:rPr>
              <a:t>resources/views/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auth</a:t>
            </a:r>
            <a:r>
              <a:rPr lang="en-US" dirty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register.blade.php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80928"/>
            <a:ext cx="3384375" cy="273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9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latin typeface="Arial" pitchFamily="34" charset="0"/>
                <a:cs typeface="Arial" pitchFamily="34" charset="0"/>
              </a:rPr>
              <a:t>Роли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566641"/>
            <a:ext cx="3913932" cy="3913932"/>
          </a:xfrm>
        </p:spPr>
      </p:pic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556792"/>
            <a:ext cx="3888432" cy="3888432"/>
          </a:xfrm>
        </p:spPr>
      </p:pic>
      <p:sp>
        <p:nvSpPr>
          <p:cNvPr id="8" name="TextBox 7"/>
          <p:cNvSpPr txBox="1"/>
          <p:nvPr/>
        </p:nvSpPr>
        <p:spPr>
          <a:xfrm>
            <a:off x="1187624" y="544522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Arial" pitchFamily="34" charset="0"/>
                <a:cs typeface="Arial" pitchFamily="34" charset="0"/>
              </a:rPr>
              <a:t>пользователь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0072" y="543622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Arial" pitchFamily="34" charset="0"/>
                <a:cs typeface="Arial" pitchFamily="34" charset="0"/>
              </a:rPr>
              <a:t>администратор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76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latin typeface="Arial" pitchFamily="34" charset="0"/>
                <a:cs typeface="Arial" pitchFamily="34" charset="0"/>
              </a:rPr>
              <a:t>Различия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UI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72816"/>
            <a:ext cx="8349569" cy="1656184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05064"/>
            <a:ext cx="8352928" cy="1621164"/>
          </a:xfrm>
        </p:spPr>
      </p:pic>
    </p:spTree>
    <p:extLst>
      <p:ext uri="{BB962C8B-B14F-4D97-AF65-F5344CB8AC3E}">
        <p14:creationId xmlns:p14="http://schemas.microsoft.com/office/powerpoint/2010/main" val="374348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latin typeface="Arial" pitchFamily="34" charset="0"/>
                <a:cs typeface="Arial" pitchFamily="34" charset="0"/>
              </a:rPr>
              <a:t>Планы на будущее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530094" y="1811523"/>
            <a:ext cx="4038600" cy="1036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1) Добавление возможности </a:t>
            </a:r>
            <a:r>
              <a:rPr lang="ru-RU" sz="1800" dirty="0" err="1" smtClean="0">
                <a:latin typeface="Arial" pitchFamily="34" charset="0"/>
                <a:cs typeface="Arial" pitchFamily="34" charset="0"/>
              </a:rPr>
              <a:t>предпросмотра</a:t>
            </a:r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544660" y="3579474"/>
            <a:ext cx="4038600" cy="892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3) Добавление пользовательского меню</a:t>
            </a:r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03" y="4581128"/>
            <a:ext cx="3693587" cy="1426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515" y="2838599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2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ru-RU" dirty="0">
                <a:latin typeface="Arial" pitchFamily="34" charset="0"/>
                <a:cs typeface="Arial" pitchFamily="34" charset="0"/>
              </a:rPr>
              <a:t>Добавление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новых ролей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211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142</TotalTime>
  <Words>149</Words>
  <Application>Microsoft Office PowerPoint</Application>
  <PresentationFormat>Экран (4:3)</PresentationFormat>
  <Paragraphs>37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Официальная</vt:lpstr>
      <vt:lpstr>Файловый менеджер</vt:lpstr>
      <vt:lpstr>Почему я выбрал эту тему?</vt:lpstr>
      <vt:lpstr>Первые проблемы</vt:lpstr>
      <vt:lpstr>Laravel Fortify</vt:lpstr>
      <vt:lpstr>Роуты</vt:lpstr>
      <vt:lpstr>Миграции</vt:lpstr>
      <vt:lpstr>Laravel Tinker</vt:lpstr>
      <vt:lpstr>Seeders</vt:lpstr>
      <vt:lpstr>Презентация PowerPoint</vt:lpstr>
      <vt:lpstr>Бизнес-логика</vt:lpstr>
      <vt:lpstr>Blade + Ant Design</vt:lpstr>
      <vt:lpstr>Роли</vt:lpstr>
      <vt:lpstr>Различия UI</vt:lpstr>
      <vt:lpstr>Планы на будущее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Файловый менеджер</dc:title>
  <dc:creator>User</dc:creator>
  <cp:lastModifiedBy>User</cp:lastModifiedBy>
  <cp:revision>8</cp:revision>
  <dcterms:created xsi:type="dcterms:W3CDTF">2026-04-02T06:08:36Z</dcterms:created>
  <dcterms:modified xsi:type="dcterms:W3CDTF">2026-04-02T10:12:25Z</dcterms:modified>
</cp:coreProperties>
</file>